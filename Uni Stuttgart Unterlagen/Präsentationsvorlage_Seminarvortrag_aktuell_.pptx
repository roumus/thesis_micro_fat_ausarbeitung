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8"/>
  </p:notesMasterIdLst>
  <p:handoutMasterIdLst>
    <p:handoutMasterId r:id="rId9"/>
  </p:handoutMasterIdLst>
  <p:sldIdLst>
    <p:sldId id="262" r:id="rId2"/>
    <p:sldId id="265" r:id="rId3"/>
    <p:sldId id="266" r:id="rId4"/>
    <p:sldId id="268" r:id="rId5"/>
    <p:sldId id="269" r:id="rId6"/>
    <p:sldId id="270" r:id="rId7"/>
  </p:sldIdLst>
  <p:sldSz cx="9144000" cy="6858000" type="screen4x3"/>
  <p:notesSz cx="6797675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933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144">
          <p15:clr>
            <a:srgbClr val="A4A3A4"/>
          </p15:clr>
        </p15:guide>
        <p15:guide id="2" pos="2153">
          <p15:clr>
            <a:srgbClr val="A4A3A4"/>
          </p15:clr>
        </p15:guide>
        <p15:guide id="3" orient="horz" pos="3128">
          <p15:clr>
            <a:srgbClr val="A4A3A4"/>
          </p15:clr>
        </p15:guide>
        <p15:guide id="4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797B7A"/>
    <a:srgbClr val="1A2B3C"/>
    <a:srgbClr val="000000"/>
    <a:srgbClr val="FFFFFF"/>
    <a:srgbClr val="FF3300"/>
    <a:srgbClr val="CCFF33"/>
    <a:srgbClr val="FFFF66"/>
    <a:srgbClr val="CC6600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444" autoAdjust="0"/>
  </p:normalViewPr>
  <p:slideViewPr>
    <p:cSldViewPr snapToObjects="1">
      <p:cViewPr>
        <p:scale>
          <a:sx n="100" d="100"/>
          <a:sy n="100" d="100"/>
        </p:scale>
        <p:origin x="-1944" y="-318"/>
      </p:cViewPr>
      <p:guideLst>
        <p:guide orient="horz" pos="1933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79" d="100"/>
          <a:sy n="79" d="100"/>
        </p:scale>
        <p:origin x="-3936" y="-84"/>
      </p:cViewPr>
      <p:guideLst>
        <p:guide orient="horz" pos="3144"/>
        <p:guide orient="horz" pos="3128"/>
        <p:guide pos="2153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194" name="Rectangle 2050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46448" cy="495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3" tIns="45701" rIns="91403" bIns="45701" numCol="1" anchor="t" anchorCtr="0" compatLnSpc="1">
            <a:prstTxWarp prst="textNoShape">
              <a:avLst/>
            </a:prstTxWarp>
          </a:bodyPr>
          <a:lstStyle>
            <a:lvl1pPr defTabSz="914498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32195" name="Rectangle 2051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48" y="1"/>
            <a:ext cx="2946448" cy="495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3" tIns="45701" rIns="91403" bIns="45701" numCol="1" anchor="t" anchorCtr="0" compatLnSpc="1">
            <a:prstTxWarp prst="textNoShape">
              <a:avLst/>
            </a:prstTxWarp>
          </a:bodyPr>
          <a:lstStyle>
            <a:lvl1pPr algn="r" defTabSz="914498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32196" name="Rectangle 2052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29202"/>
            <a:ext cx="2946448" cy="495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3" tIns="45701" rIns="91403" bIns="45701" numCol="1" anchor="b" anchorCtr="0" compatLnSpc="1">
            <a:prstTxWarp prst="textNoShape">
              <a:avLst/>
            </a:prstTxWarp>
          </a:bodyPr>
          <a:lstStyle>
            <a:lvl1pPr defTabSz="914498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32197" name="Rectangle 2053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48" y="9429202"/>
            <a:ext cx="2946448" cy="495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3" tIns="45701" rIns="91403" bIns="45701" numCol="1" anchor="b" anchorCtr="0" compatLnSpc="1">
            <a:prstTxWarp prst="textNoShape">
              <a:avLst/>
            </a:prstTxWarp>
          </a:bodyPr>
          <a:lstStyle>
            <a:lvl1pPr algn="r" defTabSz="914498">
              <a:defRPr sz="1200"/>
            </a:lvl1pPr>
          </a:lstStyle>
          <a:p>
            <a:pPr>
              <a:defRPr/>
            </a:pPr>
            <a:fld id="{AE4CE263-3262-4082-A4DF-9982140A8A0E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03210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46448" cy="495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3" tIns="45701" rIns="91403" bIns="45701" numCol="1" anchor="t" anchorCtr="0" compatLnSpc="1">
            <a:prstTxWarp prst="textNoShape">
              <a:avLst/>
            </a:prstTxWarp>
          </a:bodyPr>
          <a:lstStyle>
            <a:lvl1pPr defTabSz="914498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48" y="1"/>
            <a:ext cx="2946448" cy="495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3" tIns="45701" rIns="91403" bIns="45701" numCol="1" anchor="t" anchorCtr="0" compatLnSpc="1">
            <a:prstTxWarp prst="textNoShape">
              <a:avLst/>
            </a:prstTxWarp>
          </a:bodyPr>
          <a:lstStyle>
            <a:lvl1pPr algn="r" defTabSz="914498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4538"/>
            <a:ext cx="4960937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8978" y="4715390"/>
            <a:ext cx="5439719" cy="446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3" tIns="45701" rIns="91403" bIns="4570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smtClean="0"/>
              <a:t>Textmasterformate durch Klicken bearbeiten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  <a:p>
            <a:pPr lvl="3"/>
            <a:r>
              <a:rPr lang="de-DE" noProof="0" smtClean="0"/>
              <a:t>Vierte Ebene</a:t>
            </a:r>
          </a:p>
          <a:p>
            <a:pPr lvl="4"/>
            <a:r>
              <a:rPr lang="de-DE" noProof="0" smtClean="0"/>
              <a:t>Fünfte Ebene</a:t>
            </a:r>
          </a:p>
        </p:txBody>
      </p:sp>
      <p:sp>
        <p:nvSpPr>
          <p:cNvPr id="542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29202"/>
            <a:ext cx="2946448" cy="495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3" tIns="45701" rIns="91403" bIns="45701" numCol="1" anchor="b" anchorCtr="0" compatLnSpc="1">
            <a:prstTxWarp prst="textNoShape">
              <a:avLst/>
            </a:prstTxWarp>
          </a:bodyPr>
          <a:lstStyle>
            <a:lvl1pPr defTabSz="914498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42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48" y="9429202"/>
            <a:ext cx="2946448" cy="495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3" tIns="45701" rIns="91403" bIns="45701" numCol="1" anchor="b" anchorCtr="0" compatLnSpc="1">
            <a:prstTxWarp prst="textNoShape">
              <a:avLst/>
            </a:prstTxWarp>
          </a:bodyPr>
          <a:lstStyle>
            <a:lvl1pPr algn="r" defTabSz="914498">
              <a:defRPr sz="1200"/>
            </a:lvl1pPr>
          </a:lstStyle>
          <a:p>
            <a:pPr>
              <a:defRPr/>
            </a:pPr>
            <a:fld id="{7A6E1C86-4B9B-4AC5-B19E-E319285039A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0080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864000" y="2340000"/>
            <a:ext cx="7200000" cy="1440000"/>
          </a:xfrm>
        </p:spPr>
        <p:txBody>
          <a:bodyPr rIns="0"/>
          <a:lstStyle>
            <a:lvl1pPr algn="l">
              <a:defRPr sz="2800">
                <a:solidFill>
                  <a:srgbClr val="1A2B3C"/>
                </a:solidFill>
              </a:defRPr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864000" y="3780000"/>
            <a:ext cx="7200000" cy="1440000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baseline="0">
                <a:solidFill>
                  <a:srgbClr val="797B7A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DE" dirty="0"/>
          </a:p>
        </p:txBody>
      </p:sp>
      <p:sp>
        <p:nvSpPr>
          <p:cNvPr id="4" name="Rechteck 3"/>
          <p:cNvSpPr/>
          <p:nvPr userDrawn="1"/>
        </p:nvSpPr>
        <p:spPr bwMode="auto">
          <a:xfrm>
            <a:off x="7668344" y="116632"/>
            <a:ext cx="1224136" cy="576064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2050" name="Picture 2" descr="M:\Vorlesung\IMWF\Allgemeines\Logo\IMWF-Logo_neu_2016_10_14\Logo_IMWF_dtsch_Arial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3846" y="149064"/>
            <a:ext cx="2608995" cy="5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4186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(einzeilig)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52000" y="188640"/>
            <a:ext cx="7488000" cy="432048"/>
          </a:xfrm>
        </p:spPr>
        <p:txBody>
          <a:bodyPr anchor="ctr"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5" name="Inhaltsplatzhalter 3"/>
          <p:cNvSpPr>
            <a:spLocks noGrp="1"/>
          </p:cNvSpPr>
          <p:nvPr>
            <p:ph sz="quarter" idx="13"/>
          </p:nvPr>
        </p:nvSpPr>
        <p:spPr>
          <a:xfrm>
            <a:off x="395535" y="1052736"/>
            <a:ext cx="8352929" cy="5246914"/>
          </a:xfrm>
          <a:prstGeom prst="rect">
            <a:avLst/>
          </a:prstGeom>
        </p:spPr>
        <p:txBody>
          <a:bodyPr lIns="0" rIns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376928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(einzeilig) 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2"/>
          <p:cNvSpPr>
            <a:spLocks noGrp="1" noChangeArrowheads="1"/>
          </p:cNvSpPr>
          <p:nvPr>
            <p:ph idx="11"/>
          </p:nvPr>
        </p:nvSpPr>
        <p:spPr bwMode="auto">
          <a:xfrm>
            <a:off x="4716016" y="1052736"/>
            <a:ext cx="4032448" cy="5246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5720" rIns="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 smtClean="0"/>
          </a:p>
        </p:txBody>
      </p:sp>
      <p:sp>
        <p:nvSpPr>
          <p:cNvPr id="8" name="Rectangle 22"/>
          <p:cNvSpPr>
            <a:spLocks noGrp="1" noChangeArrowheads="1"/>
          </p:cNvSpPr>
          <p:nvPr>
            <p:ph idx="12" hasCustomPrompt="1"/>
          </p:nvPr>
        </p:nvSpPr>
        <p:spPr bwMode="auto">
          <a:xfrm>
            <a:off x="395536" y="1052736"/>
            <a:ext cx="4032448" cy="5246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  <a:lvl2pPr marL="742950" marR="0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A2B3C"/>
              </a:buClr>
              <a:buSzTx/>
              <a:buFontTx/>
              <a:buChar char="–"/>
              <a:tabLst/>
              <a:defRPr sz="1600"/>
            </a:lvl2pPr>
            <a:lvl3pPr marL="11430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 sz="1600"/>
            </a:lvl3pPr>
            <a:lvl4pPr marL="16002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 sz="1600"/>
            </a:lvl4pPr>
            <a:lvl5pPr marL="20574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tabLst/>
              <a:defRPr sz="1600"/>
            </a:lvl5pPr>
          </a:lstStyle>
          <a:p>
            <a:pPr lvl="0"/>
            <a:r>
              <a:rPr lang="de-DE" dirty="0" smtClean="0"/>
              <a:t>Textmasterformate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</a:p>
        </p:txBody>
      </p:sp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252000" y="188640"/>
            <a:ext cx="7488000" cy="432048"/>
          </a:xfrm>
        </p:spPr>
        <p:txBody>
          <a:bodyPr anchor="ctr"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090343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(einzeili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/>
          </p:nvPr>
        </p:nvSpPr>
        <p:spPr>
          <a:xfrm>
            <a:off x="252000" y="188640"/>
            <a:ext cx="7488000" cy="432048"/>
          </a:xfrm>
        </p:spPr>
        <p:txBody>
          <a:bodyPr anchor="ctr"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621148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66374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wmf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w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erade Verbindung 14"/>
          <p:cNvCxnSpPr/>
          <p:nvPr/>
        </p:nvCxnSpPr>
        <p:spPr bwMode="auto">
          <a:xfrm>
            <a:off x="252000" y="828000"/>
            <a:ext cx="8640000" cy="0"/>
          </a:xfrm>
          <a:prstGeom prst="line">
            <a:avLst/>
          </a:prstGeom>
          <a:noFill/>
          <a:ln w="28575" cap="flat" cmpd="sng" algn="ctr">
            <a:gradFill>
              <a:gsLst>
                <a:gs pos="0">
                  <a:srgbClr val="1A2B3C"/>
                </a:gs>
                <a:gs pos="75000">
                  <a:schemeClr val="accent1">
                    <a:tint val="44500"/>
                    <a:satMod val="160000"/>
                    <a:alpha val="50000"/>
                  </a:schemeClr>
                </a:gs>
                <a:gs pos="100000">
                  <a:schemeClr val="bg1">
                    <a:lumMod val="100000"/>
                    <a:alpha val="0"/>
                  </a:schemeClr>
                </a:gs>
              </a:gsLst>
              <a:lin ang="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37" name="Rectangle 21"/>
          <p:cNvSpPr>
            <a:spLocks noGrp="1" noChangeArrowheads="1"/>
          </p:cNvSpPr>
          <p:nvPr>
            <p:ph type="title"/>
          </p:nvPr>
        </p:nvSpPr>
        <p:spPr bwMode="auto">
          <a:xfrm>
            <a:off x="252000" y="188640"/>
            <a:ext cx="7488000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 smtClean="0"/>
              <a:t>Titelmasterformat durch Klicken bearbeiten</a:t>
            </a:r>
          </a:p>
        </p:txBody>
      </p:sp>
      <p:sp>
        <p:nvSpPr>
          <p:cNvPr id="34" name="Textfeld 33"/>
          <p:cNvSpPr txBox="1"/>
          <p:nvPr/>
        </p:nvSpPr>
        <p:spPr>
          <a:xfrm>
            <a:off x="2232000" y="6462000"/>
            <a:ext cx="4680000" cy="36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de-DE" sz="1050" b="0" baseline="0" dirty="0" smtClean="0">
                <a:solidFill>
                  <a:schemeClr val="tx1"/>
                </a:solidFill>
              </a:rPr>
              <a:t>Name</a:t>
            </a:r>
            <a:endParaRPr lang="de-DE" sz="1050" b="0" dirty="0">
              <a:solidFill>
                <a:schemeClr val="tx1"/>
              </a:solidFill>
            </a:endParaRPr>
          </a:p>
        </p:txBody>
      </p:sp>
      <p:cxnSp>
        <p:nvCxnSpPr>
          <p:cNvPr id="6" name="Gerade Verbindung 5"/>
          <p:cNvCxnSpPr/>
          <p:nvPr/>
        </p:nvCxnSpPr>
        <p:spPr bwMode="auto">
          <a:xfrm>
            <a:off x="251520" y="6445245"/>
            <a:ext cx="8640960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2" name="Gruppieren 1"/>
          <p:cNvGrpSpPr/>
          <p:nvPr/>
        </p:nvGrpSpPr>
        <p:grpSpPr>
          <a:xfrm>
            <a:off x="252000" y="6462000"/>
            <a:ext cx="1692000" cy="360000"/>
            <a:chOff x="252000" y="6462000"/>
            <a:chExt cx="1692000" cy="360000"/>
          </a:xfrm>
        </p:grpSpPr>
        <p:sp>
          <p:nvSpPr>
            <p:cNvPr id="11" name="Textfeld 10"/>
            <p:cNvSpPr txBox="1"/>
            <p:nvPr userDrawn="1"/>
          </p:nvSpPr>
          <p:spPr>
            <a:xfrm>
              <a:off x="648000" y="6462000"/>
              <a:ext cx="1296000" cy="360000"/>
            </a:xfrm>
            <a:prstGeom prst="rect">
              <a:avLst/>
            </a:prstGeom>
            <a:noFill/>
          </p:spPr>
          <p:txBody>
            <a:bodyPr wrap="none" lIns="0" rtlCol="0" anchor="ctr">
              <a:spAutoFit/>
            </a:bodyPr>
            <a:lstStyle/>
            <a:p>
              <a:r>
                <a:rPr lang="de-DE" sz="1050" dirty="0" smtClean="0">
                  <a:solidFill>
                    <a:schemeClr val="tx1"/>
                  </a:solidFill>
                </a:rPr>
                <a:t>Universität Stuttgart</a:t>
              </a:r>
              <a:endParaRPr lang="de-DE" sz="1050" dirty="0">
                <a:solidFill>
                  <a:schemeClr val="tx1"/>
                </a:solidFill>
              </a:endParaRPr>
            </a:p>
          </p:txBody>
        </p:sp>
        <p:pic>
          <p:nvPicPr>
            <p:cNvPr id="12" name="Grafik 11"/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2000" y="6480000"/>
              <a:ext cx="323392" cy="324000"/>
            </a:xfrm>
            <a:prstGeom prst="rect">
              <a:avLst/>
            </a:prstGeom>
          </p:spPr>
        </p:pic>
      </p:grpSp>
      <p:sp>
        <p:nvSpPr>
          <p:cNvPr id="17" name="Textfeld 16"/>
          <p:cNvSpPr txBox="1"/>
          <p:nvPr/>
        </p:nvSpPr>
        <p:spPr>
          <a:xfrm>
            <a:off x="6738205" y="6515042"/>
            <a:ext cx="2153795" cy="253916"/>
          </a:xfrm>
          <a:prstGeom prst="rect">
            <a:avLst/>
          </a:prstGeom>
          <a:noFill/>
        </p:spPr>
        <p:txBody>
          <a:bodyPr wrap="none" rIns="0" rtlCol="0" anchor="ctr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Seminarvortrag, </a:t>
            </a:r>
            <a:fld id="{29151187-2A90-409D-A790-9D7A41273AA6}" type="datetimeFigureOut">
              <a:rPr kumimoji="0" lang="de-DE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14.08.2018</a:t>
            </a:fld>
            <a:r>
              <a:rPr kumimoji="0" lang="de-DE" sz="105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- </a:t>
            </a:r>
            <a:fld id="{EF0A007E-10E5-45BD-8609-12EAA9218AEA}" type="slidenum">
              <a:rPr kumimoji="0" lang="de-DE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105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1026" name="Picture 2" descr="M:\Vorlesung\IMWF\Allgemeines\Logo\IMWF-Logo_neu_2016_10_14\Logo_IMWF_dtsch_Arial.wmf"/>
          <p:cNvPicPr>
            <a:picLocks noChangeAspect="1" noChangeArrowheads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562"/>
          <a:stretch/>
        </p:blipFill>
        <p:spPr bwMode="auto">
          <a:xfrm>
            <a:off x="7776638" y="149300"/>
            <a:ext cx="1080000" cy="510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7" r:id="rId2"/>
    <p:sldLayoutId id="2147483658" r:id="rId3"/>
    <p:sldLayoutId id="2147483659" r:id="rId4"/>
    <p:sldLayoutId id="2147483656" r:id="rId5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1A2B3C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None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1A2B3C"/>
        </a:buClr>
        <a:buFontTx/>
        <a:buChar char="–"/>
        <a:defRPr sz="16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smtClean="0"/>
              <a:t>Titel der Arbeit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pPr lvl="0">
              <a:spcAft>
                <a:spcPts val="600"/>
              </a:spcAft>
            </a:pPr>
            <a:r>
              <a:rPr lang="de-DE" dirty="0" smtClean="0"/>
              <a:t>Name</a:t>
            </a:r>
            <a:endParaRPr lang="de-DE" dirty="0"/>
          </a:p>
          <a:p>
            <a:pPr lvl="0"/>
            <a:r>
              <a:rPr lang="de-DE" sz="1400" dirty="0"/>
              <a:t>Bachelor-/Studien-/Masterarbeit</a:t>
            </a:r>
          </a:p>
          <a:p>
            <a:pPr lvl="0"/>
            <a:r>
              <a:rPr lang="de-DE" sz="1400" dirty="0"/>
              <a:t>Betreuer: Name</a:t>
            </a:r>
          </a:p>
          <a:p>
            <a:pPr lvl="0"/>
            <a:r>
              <a:rPr lang="de-DE" sz="1400" dirty="0"/>
              <a:t>Tag der Abgabe: TT.MM.JJJJ</a:t>
            </a:r>
          </a:p>
        </p:txBody>
      </p:sp>
    </p:spTree>
    <p:extLst>
      <p:ext uri="{BB962C8B-B14F-4D97-AF65-F5344CB8AC3E}">
        <p14:creationId xmlns:p14="http://schemas.microsoft.com/office/powerpoint/2010/main" val="2531929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Beispieltitel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e-DE" dirty="0" smtClean="0"/>
              <a:t>Beispieltext oder Bild</a:t>
            </a:r>
          </a:p>
          <a:p>
            <a:endParaRPr lang="de-DE" dirty="0"/>
          </a:p>
          <a:p>
            <a:r>
              <a:rPr lang="de-DE" dirty="0" smtClean="0"/>
              <a:t>Beispielaufzählung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smtClean="0"/>
              <a:t>Ebene 1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de-DE" dirty="0" smtClean="0"/>
              <a:t>Ebene 2</a:t>
            </a:r>
          </a:p>
          <a:p>
            <a:pPr marL="1428750" lvl="2">
              <a:buFont typeface="Arial" panose="020B0604020202020204" pitchFamily="34" charset="0"/>
              <a:buChar char="•"/>
            </a:pPr>
            <a:r>
              <a:rPr lang="de-DE" dirty="0" smtClean="0"/>
              <a:t>Ebene 3</a:t>
            </a:r>
          </a:p>
          <a:p>
            <a:pPr marL="57150"/>
            <a:endParaRPr lang="de-DE" dirty="0"/>
          </a:p>
          <a:p>
            <a:pPr marL="57150"/>
            <a:r>
              <a:rPr lang="de-DE" dirty="0" smtClean="0"/>
              <a:t>Nummerierte Aufzählung</a:t>
            </a:r>
          </a:p>
          <a:p>
            <a:pPr marL="400050" indent="-342900">
              <a:buFont typeface="+mj-lt"/>
              <a:buAutoNum type="arabicPeriod"/>
            </a:pPr>
            <a:r>
              <a:rPr lang="de-DE" dirty="0" smtClean="0"/>
              <a:t>Ebene 1</a:t>
            </a:r>
          </a:p>
          <a:p>
            <a:pPr marL="1143000" lvl="1" indent="-342900">
              <a:buFont typeface="+mj-lt"/>
              <a:buAutoNum type="arabicPeriod"/>
            </a:pPr>
            <a:r>
              <a:rPr lang="de-DE" dirty="0" smtClean="0"/>
              <a:t>Ebene 2</a:t>
            </a:r>
          </a:p>
          <a:p>
            <a:pPr marL="1543050" lvl="2" indent="-342900">
              <a:buFont typeface="+mj-lt"/>
              <a:buAutoNum type="arabicPeriod"/>
            </a:pPr>
            <a:r>
              <a:rPr lang="de-DE" dirty="0" smtClean="0"/>
              <a:t>Ebene 3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32032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de-DE" dirty="0" smtClean="0"/>
              <a:t>Beispieltext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de-DE" dirty="0" smtClean="0"/>
              <a:t>Beispieltext</a:t>
            </a:r>
            <a:endParaRPr lang="de-DE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Beispieltitel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35026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Beispieltitel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07366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5943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smtClean="0"/>
              <a:t>Fragen.!?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>
              <a:spcAft>
                <a:spcPts val="600"/>
              </a:spcAft>
            </a:pPr>
            <a:r>
              <a:rPr lang="de-DE" dirty="0" smtClean="0"/>
              <a:t>Name</a:t>
            </a:r>
            <a:endParaRPr lang="de-DE" dirty="0"/>
          </a:p>
          <a:p>
            <a:pPr lvl="0"/>
            <a:r>
              <a:rPr lang="de-DE" sz="1400" dirty="0" smtClean="0"/>
              <a:t>Bachelor-/Studien-/Masterarbeit</a:t>
            </a:r>
            <a:endParaRPr lang="de-DE" sz="1400" dirty="0"/>
          </a:p>
          <a:p>
            <a:pPr lvl="0"/>
            <a:r>
              <a:rPr lang="de-DE" sz="1400" dirty="0" smtClean="0"/>
              <a:t>Betreuer: Name</a:t>
            </a:r>
            <a:endParaRPr lang="de-DE" sz="1400" dirty="0"/>
          </a:p>
          <a:p>
            <a:pPr lvl="0"/>
            <a:r>
              <a:rPr lang="de-DE" sz="1400" dirty="0" smtClean="0"/>
              <a:t>Tag der Abgabe: TT.MM.JJJJ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789442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olien">
  <a:themeElements>
    <a:clrScheme name="Betriebsfestigkeit">
      <a:dk1>
        <a:srgbClr val="1A2B3C"/>
      </a:dk1>
      <a:lt1>
        <a:srgbClr val="FFFFFF"/>
      </a:lt1>
      <a:dk2>
        <a:srgbClr val="797B7A"/>
      </a:dk2>
      <a:lt2>
        <a:srgbClr val="FFFFFF"/>
      </a:lt2>
      <a:accent1>
        <a:srgbClr val="1A2B3C"/>
      </a:accent1>
      <a:accent2>
        <a:srgbClr val="3A6085"/>
      </a:accent2>
      <a:accent3>
        <a:srgbClr val="B5CADE"/>
      </a:accent3>
      <a:accent4>
        <a:srgbClr val="A5A5A5"/>
      </a:accent4>
      <a:accent5>
        <a:srgbClr val="797B7A"/>
      </a:accent5>
      <a:accent6>
        <a:srgbClr val="262626"/>
      </a:accent6>
      <a:hlink>
        <a:srgbClr val="1A2B3C"/>
      </a:hlink>
      <a:folHlink>
        <a:srgbClr val="797B7A"/>
      </a:folHlink>
    </a:clrScheme>
    <a:fontScheme name="Betriebsfestigkei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Werkstoffkunde Vorlesung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erkstoffkunde Vorlesung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erkstoffkunde Vorlesung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erkstoffkunde Vorlesung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erkstoffkunde Vorlesung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erkstoffkunde Vorlesung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erkstoffkunde Vorlesung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Folien [Read-Only]" id="{82E80416-C118-471C-A0E6-685E6EC4A2C7}" vid="{F0F79D49-52BF-45EE-B20E-438D65F6270A}"/>
    </a:ext>
  </a:ext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Folien</Template>
  <TotalTime>0</TotalTime>
  <Words>56</Words>
  <Application>Microsoft Office PowerPoint</Application>
  <PresentationFormat>Bildschirmpräsentation (4:3)</PresentationFormat>
  <Paragraphs>26</Paragraphs>
  <Slides>6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7" baseType="lpstr">
      <vt:lpstr>Folien</vt:lpstr>
      <vt:lpstr>Titel der Arbeit</vt:lpstr>
      <vt:lpstr>Beispieltitel</vt:lpstr>
      <vt:lpstr>Beispieltitel</vt:lpstr>
      <vt:lpstr>Beispieltitel</vt:lpstr>
      <vt:lpstr>PowerPoint-Präsentation</vt:lpstr>
      <vt:lpstr>Fragen.!?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Beispieltitelthema</dc:title>
  <dc:subject>IMWF</dc:subject>
  <dc:creator>Schopf, Tim</dc:creator>
  <cp:lastModifiedBy>Bisinger, Stefanie</cp:lastModifiedBy>
  <cp:revision>5</cp:revision>
  <cp:lastPrinted>2016-03-02T10:38:49Z</cp:lastPrinted>
  <dcterms:created xsi:type="dcterms:W3CDTF">2017-02-15T07:38:58Z</dcterms:created>
  <dcterms:modified xsi:type="dcterms:W3CDTF">2018-08-14T14:05:44Z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Revision">
    <vt:lpwstr>C</vt:lpwstr>
  </property>
</Properties>
</file>